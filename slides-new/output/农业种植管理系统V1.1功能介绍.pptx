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95D5B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731520" cy="1943100"/>
          </a:xfrm>
          <a:prstGeom prst="rect">
            <a:avLst/>
          </a:prstGeom>
          <a:solidFill>
            <a:srgbClr val="2D6A4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3840480"/>
            <a:ext cx="914400" cy="914400"/>
          </a:xfrm>
          <a:prstGeom prst="ellipse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农业种植管理系统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 功能介绍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371600" cy="457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智慧农业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5D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数字化管理平台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0" y="4572000"/>
            <a:ext cx="457200" cy="457200"/>
          </a:xfrm>
          <a:prstGeom prst="rect">
            <a:avLst/>
          </a:prstGeom>
          <a:solidFill>
            <a:srgbClr val="40916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系统概述与架构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1874520"/>
            <a:ext cx="22860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功能模块详细介绍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2560320"/>
            <a:ext cx="22860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业务流程说明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80160" y="3246120"/>
            <a:ext cx="22860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417320"/>
            <a:ext cx="411480" cy="411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03520" y="1874520"/>
            <a:ext cx="22860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103120"/>
            <a:ext cx="411480" cy="411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系统特点与总结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3520" y="2560320"/>
            <a:ext cx="22860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4114800"/>
            <a:ext cx="548640" cy="548640"/>
          </a:xfrm>
          <a:prstGeom prst="rect">
            <a:avLst/>
          </a:prstGeom>
          <a:solidFill>
            <a:srgbClr val="95D5B2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389120"/>
            <a:ext cx="365760" cy="365760"/>
          </a:xfrm>
          <a:prstGeom prst="rect">
            <a:avLst/>
          </a:prstGeom>
          <a:solidFill>
            <a:srgbClr val="40916C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系统介绍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2801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solidFill>
            <a:srgbClr val="1B433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325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现代化管理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基于React + Express的全栈管理系统，采用模块化架构设计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73152" cy="12801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solidFill>
            <a:srgbClr val="1B4332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325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50+数据库表，完整业务流程数据覆盖，Zustand状态管理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2801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AI排班算法，自动化工时计算，智能任务分配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2801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IoT环境数据实时采集，异常预警即时通知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274320" cy="27432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UI框架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5544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600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18288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414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216712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4414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数据请求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254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0540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27797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28254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Radix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30540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UI组件库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9242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381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666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样式框架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339242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4332">
              <a:alpha val="1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381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3666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路由管理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1188720"/>
            <a:ext cx="36576" cy="347472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后端技术栈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54880" y="15544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D6A4F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600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18288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Web框架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15544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D6A4F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1600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18288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16712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D6A4F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24414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216712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D6A4F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12280" y="24414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数据验证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27797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D6A4F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8254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tsx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46320" y="30540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20840" y="27797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D6A4F">
              <a:alpha val="1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28254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12280" y="30540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663440"/>
            <a:ext cx="274320" cy="27432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50" name="Shape 48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园区导览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1161288"/>
            <a:ext cx="164592" cy="164592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10515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188720"/>
            <a:ext cx="54864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051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计划管理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161288"/>
            <a:ext cx="164592" cy="164592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0515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88720"/>
            <a:ext cx="54864" cy="6400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51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作物管理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1161288"/>
            <a:ext cx="164592" cy="164592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0515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188720"/>
            <a:ext cx="54864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051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农事管理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32520" y="1161288"/>
            <a:ext cx="164592" cy="164592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240280"/>
            <a:ext cx="54864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人工管理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48840" y="2212848"/>
            <a:ext cx="164592" cy="164592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51760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2240280"/>
            <a:ext cx="54864" cy="6400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43400" y="2212848"/>
            <a:ext cx="164592" cy="164592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240280"/>
            <a:ext cx="54864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2212848"/>
            <a:ext cx="164592" cy="164592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2240280"/>
            <a:ext cx="54864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生产汇总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732520" y="2212848"/>
            <a:ext cx="164592" cy="164592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154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154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智能调度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148840" y="3264408"/>
            <a:ext cx="164592" cy="164592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651760" y="3154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51760" y="3291840"/>
            <a:ext cx="54864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3154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IoT环境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43400" y="3264408"/>
            <a:ext cx="164592" cy="164592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154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291840"/>
            <a:ext cx="54864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154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37960" y="3264408"/>
            <a:ext cx="164592" cy="164592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0880" y="3154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40880" y="3291840"/>
            <a:ext cx="54864" cy="6400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3154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数据同步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732520" y="3264408"/>
            <a:ext cx="164592" cy="164592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53" name="Shape 51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首页与认证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411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Dashboard首页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数据统计卡片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快捷操作入口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待办事项提醒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环境数据展示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用户认证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60020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登录/登出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权限验证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密码修改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63240"/>
            <a:ext cx="402336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侧边导航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361188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模块菜单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折叠/展开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25196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路由跳转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57200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526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当前状态高亮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30632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Header头部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361188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用户信息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393192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通知中心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425196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全局搜索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46320" y="457200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4526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主题切换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生产计划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年度生产规划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月度执行计划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31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计划进度跟踪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计划调整记录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73152" cy="1554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36576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订单录入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订单查询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231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订单状态跟踪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订单完成统计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73152" cy="1554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36576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种植方案制定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950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技术规范标准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242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操作流程定义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5354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方案执行记录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0632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200400"/>
            <a:ext cx="73152" cy="1554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采购计划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46320" y="3566160"/>
            <a:ext cx="365760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物料需求计划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950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采购申请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242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采购审批流程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45354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采购到货跟踪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作物管理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品种选择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种子管理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2423160"/>
            <a:ext cx="411480" cy="54864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267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2011680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3172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播种催芽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苗期管理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423160"/>
            <a:ext cx="411480" cy="54864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2267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0" y="20116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11480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田间种植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生长记录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2423160"/>
            <a:ext cx="411480" cy="54864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2267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72200" y="2011680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9788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9788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成熟采收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品质检测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2423160"/>
            <a:ext cx="411480" cy="54864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2267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55280" y="20116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68096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96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出库追踪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95D5B2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覆盖从种子入库到成品出库的全生命周期管理，支持批次追溯和质量控制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任务中心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农事任务创建与分配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71907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852928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任务执行跟踪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7627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任务完成确认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17627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52928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批量任务管理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51560"/>
            <a:ext cx="402336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巡查记录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719072"/>
            <a:ext cx="137160" cy="13716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巡查计划制定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719072"/>
            <a:ext cx="137160" cy="13716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059168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巡查路线记录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176272"/>
            <a:ext cx="137160" cy="13716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异常情况上报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2176272"/>
            <a:ext cx="137160" cy="13716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巡查历史查询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71800"/>
            <a:ext cx="4023360" cy="7315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问题分派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3639312"/>
            <a:ext cx="137160" cy="137160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问题登记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639312"/>
            <a:ext cx="137160" cy="137160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852928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责任分派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096512"/>
            <a:ext cx="137160" cy="137160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处理跟踪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4096512"/>
            <a:ext cx="137160" cy="137160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852928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结果验收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971800"/>
            <a:ext cx="402336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临时任务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46320" y="363931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47488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临时任务创建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363931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059168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紧急任务标记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409651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047488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快速分派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096512"/>
            <a:ext cx="137160" cy="137160"/>
          </a:xfrm>
          <a:prstGeom prst="rect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059168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执行反馈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排班计划制定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打卡记录查询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出勤统计报表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320040" cy="320040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657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异常考勤处理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请假管理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4720" y="1874520"/>
            <a:ext cx="320040" cy="320040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8620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请假申请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68880"/>
            <a:ext cx="320040" cy="320040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86200" y="2468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3063240"/>
            <a:ext cx="320040" cy="320040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额度管理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3657600"/>
            <a:ext cx="320040" cy="320040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86200" y="3657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请假统计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薪酬管理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9360" y="1874520"/>
            <a:ext cx="320040" cy="320040"/>
          </a:xfrm>
          <a:prstGeom prst="ellipse">
            <a:avLst/>
          </a:prstGeom>
          <a:solidFill>
            <a:srgbClr val="40916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工时记录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2468880"/>
            <a:ext cx="320040" cy="320040"/>
          </a:xfrm>
          <a:prstGeom prst="ellipse">
            <a:avLst/>
          </a:prstGeom>
          <a:solidFill>
            <a:srgbClr val="40916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20840" y="2468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薪酬规则配置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309360" y="3063240"/>
            <a:ext cx="320040" cy="320040"/>
          </a:xfrm>
          <a:prstGeom prst="ellipse">
            <a:avLst/>
          </a:prstGeom>
          <a:solidFill>
            <a:srgbClr val="40916C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084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工资单生成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09360" y="3657600"/>
            <a:ext cx="320040" cy="320040"/>
          </a:xfrm>
          <a:prstGeom prst="ellipse">
            <a:avLst/>
          </a:prstGeom>
          <a:solidFill>
            <a:srgbClr val="40916C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20840" y="3657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薪酬报表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solidFill>
            <a:srgbClr val="1B4332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374904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物料基础信息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物料分类管理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86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安全库存预警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物料查询统计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入库管理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00600" y="1783080"/>
            <a:ext cx="374904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采购入库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305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退货入库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86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调拨入库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42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入库单据打印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solidFill>
            <a:srgbClr val="40916C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出库管理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3703320"/>
            <a:ext cx="374904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生产领料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050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销售出库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306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调拨出库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562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出库单据跟踪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solidFill>
            <a:srgbClr val="1B4332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00600" y="3703320"/>
            <a:ext cx="3749040" cy="18288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794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供应商档案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050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供应商评价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306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供货记录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562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账期管理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137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种审批类型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B4332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73152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生产审批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0789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生产计划/种植方案/采收计划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2D6A4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27632"/>
            <a:ext cx="73152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00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物料审批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17007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19202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采购申请/领料申请/调拨申请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49424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40916C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249424"/>
            <a:ext cx="73152" cy="5486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322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0" y="23225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2542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请假申请/加班申请/调岗申请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B4332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871216"/>
            <a:ext cx="73152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944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行政审批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29443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1638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用章申请/车辆申请/场地申请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00584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2D6A4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1005840"/>
            <a:ext cx="73152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财务审批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10789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报销申请/付款申请/预支申请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627632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40916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09160" y="1627632"/>
            <a:ext cx="73152" cy="5486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700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质量审批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17007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19202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检测申请/验收申请/整改申请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249424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B4332">
              <a:alpha val="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09160" y="2249424"/>
            <a:ext cx="73152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322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其他审批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080760" y="23225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4种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2542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设备申请/维保申请/其他申请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1B4332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支持移动端审批、批量审批、审批历史追溯、催办提醒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6C757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申请人编辑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表单内容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2240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提交申请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确认提交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进入审批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2240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240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审批完成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结果通知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83280"/>
            <a:ext cx="365760" cy="3657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3383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3383280"/>
            <a:ext cx="365760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3383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已拒绝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06240" y="3246120"/>
            <a:ext cx="36576" cy="18288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0" y="3246120"/>
            <a:ext cx="36576" cy="18288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95D5B2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支持多级审批、会签、或签、委托审批等多种审批方式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生产计划流程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1280160" cy="9144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325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客户需求录入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订单确认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3392" y="2103120"/>
            <a:ext cx="36576" cy="41148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1280160" cy="9144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697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生产计划制定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资源配置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93392" y="3520440"/>
            <a:ext cx="36576" cy="41148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023360"/>
            <a:ext cx="1280160" cy="91440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114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4160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农事任务执行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93392" y="4937760"/>
            <a:ext cx="36576" cy="41148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1" name="Text 19"/>
          <p:cNvSpPr/>
          <p:nvPr/>
        </p:nvSpPr>
        <p:spPr>
          <a:xfrm>
            <a:off x="18745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5440680"/>
            <a:ext cx="1280160" cy="9144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532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5852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5577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成熟采收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93392" y="6355080"/>
            <a:ext cx="36576" cy="41148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71600" y="6858000"/>
            <a:ext cx="1280160" cy="9144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6949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71600" y="7269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26080" y="6995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入库管理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销售出库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1371600"/>
            <a:ext cx="1828800" cy="2926080"/>
          </a:xfrm>
          <a:prstGeom prst="roundRect">
            <a:avLst>
              <a:gd name="adj" fmla="val 5000"/>
            </a:avLst>
          </a:prstGeom>
          <a:solidFill>
            <a:srgbClr val="95D5B2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生产管理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全流程覆盖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请假审批流程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请假申请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填写请假单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选择假种/时长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额度冻结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系统冻结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对应假期额度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40916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多级审批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逐级审核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结果处理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通过-扣减额度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拒绝-释放额度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扣减额度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33832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6C757D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释放额度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3520440"/>
            <a:ext cx="274320" cy="36576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4" name="Shape 22"/>
          <p:cNvSpPr/>
          <p:nvPr/>
        </p:nvSpPr>
        <p:spPr>
          <a:xfrm>
            <a:off x="7909560" y="3520440"/>
            <a:ext cx="274320" cy="36576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95D5B2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支持多种假期类型：年假、病假、事假、婚假、产假、丧假等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03120" y="9601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1B4332">
              <a:alpha val="12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基础数据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141732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2D6A4F">
              <a:alpha val="12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生产管理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76479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40916C">
              <a:alpha val="12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76479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1B4332">
              <a:alpha val="12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库存物料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9631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74520" y="214884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2D6A4F">
              <a:alpha val="12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249631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214884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40916C">
              <a:alpha val="12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240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49631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26280" y="1005840"/>
            <a:ext cx="36576" cy="365760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API路由模块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9601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32320" y="1051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41732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33872" y="141732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833872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12864" y="141732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912864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91856" y="141732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991856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901952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19019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33872" y="1901952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833872" y="19019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12864" y="1901952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12864" y="19019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91856" y="1901952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991856" y="19019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386584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23865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33872" y="2386584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833872" y="23865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12864" y="2386584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912864" y="23865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91856" y="2386584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991856" y="23865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2871216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28712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33872" y="2871216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833872" y="28712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12864" y="2871216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912864" y="28712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91856" y="2871216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991856" y="28712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3355848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0" y="33558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833872" y="3355848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833872" y="33558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12864" y="3355848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912864" y="33558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991856" y="3355848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991856" y="33558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54880" y="384048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D6A4F">
              <a:alpha val="15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0" y="3840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solidFill>
            <a:srgbClr val="1B4332">
              <a:alpha val="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RESTful API 设计，支持 CRUD 操作、批量处理、数据校验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3" name="Text 71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已迁移 (Context -&gt; Zustand)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59636"/>
            <a:ext cx="1463040" cy="18288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4173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659636"/>
            <a:ext cx="1463040" cy="18288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116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NotificationContext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253996"/>
            <a:ext cx="1463040" cy="18288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4" name="Shape 12"/>
          <p:cNvSpPr/>
          <p:nvPr/>
        </p:nvSpPr>
        <p:spPr>
          <a:xfrm>
            <a:off x="2423160" y="20116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PermissionContext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6040" y="2253996"/>
            <a:ext cx="1463040" cy="18288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060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848356"/>
            <a:ext cx="1463040" cy="18288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423160" y="26060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ToastContext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6040" y="2848356"/>
            <a:ext cx="1463040" cy="18288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Zustand Stores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41732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useAuthStore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141732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useUserStore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947672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947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usePermissionStore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1947672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1947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useNotificationStore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478024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47802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useToastStore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12280" y="2478024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247802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useThemeStore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008376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008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useTagsStore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12280" y="3008376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40" name="Text 38"/>
          <p:cNvSpPr/>
          <p:nvPr/>
        </p:nvSpPr>
        <p:spPr>
          <a:xfrm>
            <a:off x="6812280" y="3008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useKeepAliveStore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95D5B2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迁移原因：</a:t>
            </a:r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API 在大型应用中性能较差，Zustand 提供更细粒度的更新机制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</a:t>
            </a:r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更少的样板代码、更灵活的状态订阅、更好的TypeScript支持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页面清单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1B433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首页仪表盘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005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2D6A4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536192"/>
            <a:ext cx="54864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园区导览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361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066544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40916C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66544"/>
            <a:ext cx="54864" cy="4572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0665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0665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596896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1B4332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596896"/>
            <a:ext cx="54864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596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作物管理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25968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2D6A4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1005840"/>
            <a:ext cx="54864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农事管理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1005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12页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536192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40916C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1536192"/>
            <a:ext cx="54864" cy="4572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人工管理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15361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2066544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1B4332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2066544"/>
            <a:ext cx="54864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0665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库存物料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20665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2596896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2D6A4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2596896"/>
            <a:ext cx="54864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596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89520" y="25968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12页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其他模块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IoT环境监控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55448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6页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94560" y="3611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19456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智能调度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9184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4页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931920" y="3611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生产汇总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8页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0" y="3611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66928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6656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6页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06640" y="3611880"/>
            <a:ext cx="1645920" cy="365760"/>
          </a:xfrm>
          <a:prstGeom prst="roundRect">
            <a:avLst>
              <a:gd name="adj" fmla="val 10000"/>
            </a:avLst>
          </a:prstGeom>
          <a:solidFill>
            <a:srgbClr val="6C757D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40664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数据同步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0392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2页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1B4332">
              <a:alpha val="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模块化设计，路由懒加载，按需渲染，首屏加载性能优化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系统特点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1097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采用模块化架构，各功能模块独立开发、测试和部署，支持灵活扩展和定制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51560"/>
            <a:ext cx="4023360" cy="10972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50+数据库表完整覆盖业务数据，Zustand状态管理确保数据一致性和实时性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4023360" cy="10972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IoT环境数据实时采集，异常情况即时预警，支持移动端随时查看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017520"/>
            <a:ext cx="4023360" cy="1097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46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577840" y="3291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AI排班算法自动优化人力资源配置，智能任务分配提高工作效率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461772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2743200"/>
          </a:xfrm>
          <a:prstGeom prst="rect">
            <a:avLst/>
          </a:prstGeom>
          <a:solidFill>
            <a:srgbClr val="40916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95D5B2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农业种植管理系统 V1.1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457200" cy="4572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solidFill>
            <a:srgbClr val="95D5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农业种植管理系统 V1.1 功能介绍</dc:title>
  <dc:subject>系统功能演示</dc:subject>
  <dc:creator>技术支持团队</dc:creator>
  <cp:lastModifiedBy>技术支持团队</cp:lastModifiedBy>
  <cp:revision>1</cp:revision>
  <dcterms:created xsi:type="dcterms:W3CDTF">2026-05-13T06:48:19Z</dcterms:created>
  <dcterms:modified xsi:type="dcterms:W3CDTF">2026-05-13T06:48:19Z</dcterms:modified>
</cp:coreProperties>
</file>